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" d="100"/>
          <a:sy n="10" d="100"/>
        </p:scale>
        <p:origin x="-2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D73877-6287-4169-A6AB-42E4675334A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E3777E-CC62-4A46-AFAF-88FCDBAA08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787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Start with business context: AI can find patterns quickly, but we should also understand and control the logic through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E3777E-CC62-4A46-AFAF-88FCDBAA08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1663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is the â€œAI-onlyâ€ baseline. Weâ€™ll compare this with a â€œcode + AIâ€ flow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E3777E-CC62-4A46-AFAF-88FCDBAA08F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879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1E556-B77B-27AD-84EC-95853B99C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D5CD2B-E005-1EAC-0331-FECC00E0E9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18582-0908-0FCF-9173-909D0E3CF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957B-1142-481D-94E4-8D0B0967155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705F33-DCB4-702C-0370-A64BAD151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5C407-CB7C-5F18-2EB5-1E6E2F4ED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14F05-E896-495C-AA36-D29E9755B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047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2D774-004A-C6E6-0BAD-C61114F19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556DA-7501-56F8-4ADF-C98E774DC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13B1DE-9874-B668-B889-A8521AA50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957B-1142-481D-94E4-8D0B0967155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5AD78-8B36-529C-CB2C-A6042C9F7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EE7908-B8C2-1921-96DB-D1D92076C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14F05-E896-495C-AA36-D29E9755B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553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7E0BE-06A6-EEB5-3A08-D68511709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EFF40F-A4C3-0570-C27D-1651146C04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24805-9D52-812A-58F9-37D741B5D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957B-1142-481D-94E4-8D0B0967155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E7456B-D06C-143D-01E6-92924517A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3A0D5-54B8-110A-A48C-A91DDF20E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14F05-E896-495C-AA36-D29E9755B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77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F8F99-8ABB-E43F-5D47-4D2BF9DBD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BF901-6054-4388-07B7-FAAB7A547D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85F11D-695D-86D7-D51A-1A352B90B2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4CC77D-4812-9D2D-6158-9FC0844D2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957B-1142-481D-94E4-8D0B0967155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7D4833-5BC7-45A8-6CE3-E192EBFC3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BCE50A-E154-03A6-0B86-33D1ED8C2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14F05-E896-495C-AA36-D29E9755B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793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1DBAB-D4C0-4201-713A-9AF41A75F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59D001-BD7B-A6D3-96E6-DEA6EE0981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51C83B-B86E-2711-B28F-2CDE7E8911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CC2128-465B-E242-5F60-5D2FA01191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55687C-E27A-AC06-B42F-BE46E81E0A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D9641C-E82E-42EA-079C-678FB4222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957B-1142-481D-94E4-8D0B0967155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F53080-4C32-0C90-91A3-5F1C8D2EF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9D10BE-6625-C998-852B-B818C8D37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14F05-E896-495C-AA36-D29E9755B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532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1B9FD-24AE-8C56-D8D7-3EF304C55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80391-D930-16BD-4802-A4119A857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957B-1142-481D-94E4-8D0B0967155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62ABF-8CF2-8119-AA00-C79CAE84D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16CF3D-1BD8-43B2-07AC-BFEA61250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14F05-E896-495C-AA36-D29E9755B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234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BD9A34-CC6F-F457-E984-2474B6B9F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957B-1142-481D-94E4-8D0B0967155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5787BF-F2DF-8F4B-41AB-03F22B84B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5BD3FB-D73D-5EDF-4EB4-BF3198187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14F05-E896-495C-AA36-D29E9755B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058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4A50A-37DB-CA51-065C-E15EF3414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1341B-51CA-AE12-DA8F-6BB5F3AEF0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17266E-DFBF-4A80-87BE-4E9A5C6B92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C51A42-2997-6DEA-A0D1-E8F20BB14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957B-1142-481D-94E4-8D0B0967155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CF7C6E-1242-0F2D-A2CD-AA7661739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934B74-B433-AD0E-836A-FF16FDC1E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14F05-E896-495C-AA36-D29E9755B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303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6F0C1-C742-20A9-69DF-850EF6869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83BC59-854F-BE57-E44B-E99F74C0B1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82BFA4-08C9-782D-9E5B-1DAF5B090D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C0013C-AB33-2C8D-4B65-FA84DC0F1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957B-1142-481D-94E4-8D0B0967155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8BD34-3279-582B-D465-B150F6305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E85860-7ADE-8948-A271-5256E3E8A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14F05-E896-495C-AA36-D29E9755B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633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EE9DE-27B1-8F74-0410-1164F1BF8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CAB474-2BAE-8A48-FB37-0EDD89FAFF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87C61-B45F-C8FB-288A-7B6198AF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957B-1142-481D-94E4-8D0B0967155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6923B-78D6-0138-789E-CFEE440A8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792B9-D328-3B3C-92B1-B0FFB2E94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14F05-E896-495C-AA36-D29E9755B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446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4E1ABD-5914-A638-858C-BB62B61663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7F3F90-5C65-3251-0406-DBE0973E0B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6C616A-0003-933E-E4E9-F824559E3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957B-1142-481D-94E4-8D0B0967155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2444A-848C-F233-BB4D-5CCBBE4B4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A6226-444B-65B8-9612-6810A5C5A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14F05-E896-495C-AA36-D29E9755B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5512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DD384-CE3C-2A68-95F7-7FFBAA5EE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B9AD4E-D57C-1756-7C3C-A4C841F2E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7A033-285B-4F5F-3D80-B17EA368E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957B-1142-481D-94E4-8D0B0967155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73CE5-BFC3-AC78-A24F-5418F5195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2EDFC-E138-BDB2-C8BA-9FCFEE57A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14F05-E896-495C-AA36-D29E9755B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354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4D59EC-C5E3-9A65-6B5F-7AA8E6FE5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4F17D-25E7-AF92-5EED-4B448816B9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1C9994-9118-251A-B893-0BBB595CCB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E9957B-1142-481D-94E4-8D0B0967155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D6B265-5DB7-43AA-7320-E23C888096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4CE2F-5375-C922-64F4-D489E543D2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B14F05-E896-495C-AA36-D29E9755B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530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220EB-BA94-542C-0ED8-8AD5D143F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7FD0DF-FC4A-C0B2-089B-FDE4803442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PowerShell Fundamentals: From AI Output to Real Code</a:t>
            </a:r>
          </a:p>
          <a:p>
            <a:r>
              <a:rPr lang="en-US"/>
              <a:t>Hands-on training (1 hour)</a:t>
            </a:r>
          </a:p>
          <a:p>
            <a:r>
              <a:rPr lang="en-US"/>
              <a:t>Scenario: Service desk ticket analysis</a:t>
            </a:r>
          </a:p>
        </p:txBody>
      </p:sp>
    </p:spTree>
    <p:extLst>
      <p:ext uri="{BB962C8B-B14F-4D97-AF65-F5344CB8AC3E}">
        <p14:creationId xmlns:p14="http://schemas.microsoft.com/office/powerpoint/2010/main" val="2887458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5646B-78BE-D35D-CADA-D9147B2A0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Session Outcomes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9E45E5-01D8-ADC1-CE58-BF29516AD8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By the end of this session you will:</a:t>
            </a:r>
          </a:p>
          <a:p>
            <a:r>
              <a:rPr lang="en-US"/>
              <a:t>Use variables, conditionals, and loops in PowerShell</a:t>
            </a:r>
          </a:p>
          <a:p>
            <a:r>
              <a:rPr lang="en-US"/>
              <a:t>Load and parse CSV ticket data</a:t>
            </a:r>
          </a:p>
          <a:p>
            <a:r>
              <a:rPr lang="en-US"/>
              <a:t>Build a simple analysis script</a:t>
            </a:r>
          </a:p>
          <a:p>
            <a:r>
              <a:rPr lang="en-US"/>
              <a:t>Understand how script pre-processing can reduce AI token usage</a:t>
            </a:r>
          </a:p>
        </p:txBody>
      </p:sp>
    </p:spTree>
    <p:extLst>
      <p:ext uri="{BB962C8B-B14F-4D97-AF65-F5344CB8AC3E}">
        <p14:creationId xmlns:p14="http://schemas.microsoft.com/office/powerpoint/2010/main" val="87986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3D3C0-0B58-555D-3298-139E7C92F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Context â€” Existing AI Agent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50661F-0F97-C4AC-A139-A45F7A45B4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already have a service-desk-agent</a:t>
            </a:r>
          </a:p>
          <a:p>
            <a:r>
              <a:rPr lang="en-US"/>
              <a:t>It can process support tickets and identify patterns</a:t>
            </a:r>
          </a:p>
          <a:p>
            <a:r>
              <a:rPr lang="en-US"/>
              <a:t>We will quickly demo it first</a:t>
            </a:r>
          </a:p>
        </p:txBody>
      </p:sp>
    </p:spTree>
    <p:extLst>
      <p:ext uri="{BB962C8B-B14F-4D97-AF65-F5344CB8AC3E}">
        <p14:creationId xmlns:p14="http://schemas.microsoft.com/office/powerpoint/2010/main" val="4062779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88EAF-F2B8-B736-FF5F-DD4757235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Live Demo Prompt (Agent)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E57420-A0DA-1E1B-DAD2-4EEE95FA4C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Prompt suggestion:</a:t>
            </a:r>
          </a:p>
          <a:p>
            <a:r>
              <a:rPr lang="en-US"/>
              <a:t>Quote: Analyse this support ticket data and identify trends that suggest underlying problems.</a:t>
            </a:r>
          </a:p>
          <a:p>
            <a:r>
              <a:rPr lang="en-US"/>
              <a:t>Observe:</a:t>
            </a:r>
          </a:p>
          <a:p>
            <a:r>
              <a:rPr lang="en-US"/>
              <a:t>Quality of findings</a:t>
            </a:r>
          </a:p>
          <a:p>
            <a:r>
              <a:rPr lang="en-US"/>
              <a:t>Speed of analysis</a:t>
            </a:r>
          </a:p>
          <a:p>
            <a:r>
              <a:rPr lang="en-US"/>
              <a:t>Input size and token usage/cost</a:t>
            </a:r>
          </a:p>
        </p:txBody>
      </p:sp>
    </p:spTree>
    <p:extLst>
      <p:ext uri="{BB962C8B-B14F-4D97-AF65-F5344CB8AC3E}">
        <p14:creationId xmlns:p14="http://schemas.microsoft.com/office/powerpoint/2010/main" val="3414391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C70C3-1AC3-0ACC-E968-08BE882E8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Opening Token Usage/Cost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B72E9C-2F18-98BE-9E7D-F39C7626F0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Record the baseline:</a:t>
            </a:r>
          </a:p>
          <a:p>
            <a:r>
              <a:rPr lang="en-US"/>
              <a:t>Input source: full raw ticket dataset</a:t>
            </a:r>
          </a:p>
          <a:p>
            <a:r>
              <a:rPr lang="en-US"/>
              <a:t>Token usage (or proxy)</a:t>
            </a:r>
          </a:p>
          <a:p>
            <a:r>
              <a:rPr lang="en-US"/>
              <a:t>Cost estimate (if available)</a:t>
            </a:r>
          </a:p>
        </p:txBody>
      </p:sp>
    </p:spTree>
    <p:extLst>
      <p:ext uri="{BB962C8B-B14F-4D97-AF65-F5344CB8AC3E}">
        <p14:creationId xmlns:p14="http://schemas.microsoft.com/office/powerpoint/2010/main" val="2762200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117BC-90F8-D035-BA8F-C88506A43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Languages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EE9156-FFFD-24C9-D411-F669848B59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Language | Common Use | Pros | Cons</a:t>
            </a:r>
          </a:p>
          <a:p>
            <a:r>
              <a:rPr lang="en-US"/>
              <a:t>PowerShell | Automation, admin, Windows scripting | Great for ops/data tasks, object pipeline | Less common in web apps</a:t>
            </a:r>
          </a:p>
          <a:p>
            <a:r>
              <a:rPr lang="en-US"/>
              <a:t>Python | Data, scripting, automation | Simple syntax, huge ecosystem | Packaging/env setup can confuse beginners</a:t>
            </a:r>
          </a:p>
          <a:p>
            <a:r>
              <a:rPr lang="en-US"/>
              <a:t>JavaScript | Web front/back end | Ubiquitous, flexible | Async complexity, tooling overhead</a:t>
            </a:r>
          </a:p>
          <a:p>
            <a:r>
              <a:rPr lang="en-US"/>
              <a:t>C# | Enterprise apps, APIs | Strong tooling, structure, performance | More ceremony for small scripts</a:t>
            </a:r>
          </a:p>
          <a:p>
            <a:r>
              <a:rPr lang="en-US"/>
              <a:t>Bash | Linux/macOS shell automation | Lightweight, fast for shell tasks | Less friendly on Windows, text-only pipelines</a:t>
            </a:r>
          </a:p>
        </p:txBody>
      </p:sp>
    </p:spTree>
    <p:extLst>
      <p:ext uri="{BB962C8B-B14F-4D97-AF65-F5344CB8AC3E}">
        <p14:creationId xmlns:p14="http://schemas.microsoft.com/office/powerpoint/2010/main" val="3058570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9B82A-267A-6161-7B9D-8DB4F6FB7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PowerShell Today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D6016C-8379-724E-3ECD-FC9B49DF1C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Runs well in this environment</a:t>
            </a:r>
          </a:p>
          <a:p>
            <a:r>
              <a:rPr lang="en-US"/>
              <a:t>Great for CSV and operational data tasks</a:t>
            </a:r>
          </a:p>
          <a:p>
            <a:r>
              <a:rPr lang="en-US"/>
              <a:t>Good beginner path for scripting fundamentals</a:t>
            </a:r>
          </a:p>
          <a:p>
            <a:r>
              <a:rPr lang="en-US"/>
              <a:t>Directly useful for service desk workflows</a:t>
            </a:r>
          </a:p>
        </p:txBody>
      </p:sp>
    </p:spTree>
    <p:extLst>
      <p:ext uri="{BB962C8B-B14F-4D97-AF65-F5344CB8AC3E}">
        <p14:creationId xmlns:p14="http://schemas.microsoft.com/office/powerpoint/2010/main" val="2721817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5F5AB-2B5E-E2B6-0600-361B2B137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Topic 1 â€” Variables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4110D4-E0E4-C55E-2C58-9B7567905F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Store data in named values</a:t>
            </a:r>
          </a:p>
          <a:p>
            <a:r>
              <a:rPr lang="en-US"/>
              <a:t>Reuse values in output and decisions</a:t>
            </a:r>
          </a:p>
          <a:p>
            <a:r>
              <a:rPr lang="en-US"/>
              <a:t>Keep scripts readable</a:t>
            </a:r>
          </a:p>
        </p:txBody>
      </p:sp>
    </p:spTree>
    <p:extLst>
      <p:ext uri="{BB962C8B-B14F-4D97-AF65-F5344CB8AC3E}">
        <p14:creationId xmlns:p14="http://schemas.microsoft.com/office/powerpoint/2010/main" val="1327232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4C2E7-E243-A10E-7EE7-A49981B8B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Exercise Breakdown â€” Variables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32BD80-A4C9-6EA7-0D69-1236DF3FF0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1) Create variables for ticket details</a:t>
            </a:r>
          </a:p>
          <a:p>
            <a:r>
              <a:rPr lang="en-US"/>
              <a:t>2) Print values to screen</a:t>
            </a:r>
          </a:p>
          <a:p>
            <a:r>
              <a:rPr lang="en-US"/>
              <a:t>3) Build one readable output sentence</a:t>
            </a:r>
          </a:p>
        </p:txBody>
      </p:sp>
    </p:spTree>
    <p:extLst>
      <p:ext uri="{BB962C8B-B14F-4D97-AF65-F5344CB8AC3E}">
        <p14:creationId xmlns:p14="http://schemas.microsoft.com/office/powerpoint/2010/main" val="729120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A83A0-B6DB-9D75-1D25-25AB54DC1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Hands-On â€” Variables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8A604D-FE20-906E-D2DC-D60273F5C4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Work in exercises/01-variables/exercise.ps1</a:t>
            </a:r>
          </a:p>
          <a:p>
            <a:r>
              <a:rPr lang="en-US"/>
              <a:t>Run the script</a:t>
            </a:r>
          </a:p>
          <a:p>
            <a:r>
              <a:rPr lang="en-US"/>
              <a:t>Compare with solution</a:t>
            </a:r>
          </a:p>
        </p:txBody>
      </p:sp>
    </p:spTree>
    <p:extLst>
      <p:ext uri="{BB962C8B-B14F-4D97-AF65-F5344CB8AC3E}">
        <p14:creationId xmlns:p14="http://schemas.microsoft.com/office/powerpoint/2010/main" val="2945091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ECD28-A3E2-8551-9273-0D20891EC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Topic 2 â€” Conditionals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D64948-E04F-CCDA-BE58-8EB2340148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Make decisions based on data</a:t>
            </a:r>
          </a:p>
          <a:p>
            <a:r>
              <a:rPr lang="en-US"/>
              <a:t>Use if, elseif, else</a:t>
            </a:r>
          </a:p>
          <a:p>
            <a:r>
              <a:rPr lang="en-US"/>
              <a:t>Example: priority-based routing</a:t>
            </a:r>
          </a:p>
        </p:txBody>
      </p:sp>
    </p:spTree>
    <p:extLst>
      <p:ext uri="{BB962C8B-B14F-4D97-AF65-F5344CB8AC3E}">
        <p14:creationId xmlns:p14="http://schemas.microsoft.com/office/powerpoint/2010/main" val="33687144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D7263-67FB-4D25-9B41-C6102BE18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Exercise Breakdown â€” Conditionals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1F0A50-501D-0521-48D4-816DFCEC23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1) Read a ticket priority value</a:t>
            </a:r>
          </a:p>
          <a:p>
            <a:r>
              <a:rPr lang="en-US"/>
              <a:t>2) Check if it is critical/high/other</a:t>
            </a:r>
          </a:p>
          <a:p>
            <a:r>
              <a:rPr lang="en-US"/>
              <a:t>3) Print the action message</a:t>
            </a:r>
          </a:p>
        </p:txBody>
      </p:sp>
    </p:spTree>
    <p:extLst>
      <p:ext uri="{BB962C8B-B14F-4D97-AF65-F5344CB8AC3E}">
        <p14:creationId xmlns:p14="http://schemas.microsoft.com/office/powerpoint/2010/main" val="20764479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4F0D0-720D-FCD0-382F-D66BAD4CF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Hands-On â€” Conditionals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6F8DB1-AF72-8FFA-22C4-7017576ED8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Work in exercises/02-conditionals/exercise.ps1</a:t>
            </a:r>
          </a:p>
          <a:p>
            <a:r>
              <a:rPr lang="en-US"/>
              <a:t>Add conditional logic</a:t>
            </a:r>
          </a:p>
          <a:p>
            <a:r>
              <a:rPr lang="en-US"/>
              <a:t>Test with different priorities</a:t>
            </a:r>
          </a:p>
        </p:txBody>
      </p:sp>
    </p:spTree>
    <p:extLst>
      <p:ext uri="{BB962C8B-B14F-4D97-AF65-F5344CB8AC3E}">
        <p14:creationId xmlns:p14="http://schemas.microsoft.com/office/powerpoint/2010/main" val="11345596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1E158-9F6A-52DB-780C-AC97502E1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Topic 3 â€” Loops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076356-3338-61EB-1129-265E5B603B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Process many records using foreach</a:t>
            </a:r>
          </a:p>
          <a:p>
            <a:r>
              <a:rPr lang="en-US"/>
              <a:t>Repeat logic safely and clearly</a:t>
            </a:r>
          </a:p>
          <a:p>
            <a:r>
              <a:rPr lang="en-US"/>
              <a:t>Essential for CSV processing</a:t>
            </a:r>
          </a:p>
        </p:txBody>
      </p:sp>
    </p:spTree>
    <p:extLst>
      <p:ext uri="{BB962C8B-B14F-4D97-AF65-F5344CB8AC3E}">
        <p14:creationId xmlns:p14="http://schemas.microsoft.com/office/powerpoint/2010/main" val="32021885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BB837-0C35-9D7C-9E85-51067ADDF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Exercise Breakdown â€” Loops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347F57-20AB-E036-05D0-8357E4FEEF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1) Create a small ticket list</a:t>
            </a:r>
          </a:p>
          <a:p>
            <a:r>
              <a:rPr lang="en-US"/>
              <a:t>2) Loop through each ticket</a:t>
            </a:r>
          </a:p>
          <a:p>
            <a:r>
              <a:rPr lang="en-US"/>
              <a:t>3) Print key fields for each item</a:t>
            </a:r>
          </a:p>
        </p:txBody>
      </p:sp>
    </p:spTree>
    <p:extLst>
      <p:ext uri="{BB962C8B-B14F-4D97-AF65-F5344CB8AC3E}">
        <p14:creationId xmlns:p14="http://schemas.microsoft.com/office/powerpoint/2010/main" val="42362989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349C3-0274-5924-FA9E-BC5D9D11A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Hands-On â€” Loops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E56A3A-AA95-56D9-8206-7FB7A3B82D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Work in exercises/03-loops/exercise.ps1</a:t>
            </a:r>
          </a:p>
          <a:p>
            <a:r>
              <a:rPr lang="en-US"/>
              <a:t>Run and inspect output</a:t>
            </a:r>
          </a:p>
        </p:txBody>
      </p:sp>
    </p:spTree>
    <p:extLst>
      <p:ext uri="{BB962C8B-B14F-4D97-AF65-F5344CB8AC3E}">
        <p14:creationId xmlns:p14="http://schemas.microsoft.com/office/powerpoint/2010/main" val="27226824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6119C-E59C-F961-D391-5FFE5DCB1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Topic 4 â€” Bring It Together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E4A61A-4A26-E3B9-EC08-E462E506DB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Load full CSV</a:t>
            </a:r>
          </a:p>
          <a:p>
            <a:r>
              <a:rPr lang="en-US"/>
              <a:t>Filter important tickets</a:t>
            </a:r>
          </a:p>
          <a:p>
            <a:r>
              <a:rPr lang="en-US"/>
              <a:t>Output concise summary</a:t>
            </a:r>
          </a:p>
        </p:txBody>
      </p:sp>
    </p:spTree>
    <p:extLst>
      <p:ext uri="{BB962C8B-B14F-4D97-AF65-F5344CB8AC3E}">
        <p14:creationId xmlns:p14="http://schemas.microsoft.com/office/powerpoint/2010/main" val="21056612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81BBE-268F-7D2A-AA87-C9D88066E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Exercise Breakdown â€” Bring It Together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FD284-A390-1AA4-DB81-5D31E2AC5C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1) Load CSV with Import-Csv</a:t>
            </a:r>
          </a:p>
          <a:p>
            <a:r>
              <a:rPr lang="en-US"/>
              <a:t>2) Loop through each row</a:t>
            </a:r>
          </a:p>
          <a:p>
            <a:r>
              <a:rPr lang="en-US"/>
              <a:t>3) Keep open high-priority tickets</a:t>
            </a:r>
          </a:p>
          <a:p>
            <a:r>
              <a:rPr lang="en-US"/>
              <a:t>4) Print ticket summary lines</a:t>
            </a:r>
          </a:p>
          <a:p>
            <a:r>
              <a:rPr lang="en-US"/>
              <a:t>5) Count matches</a:t>
            </a:r>
          </a:p>
          <a:p>
            <a:r>
              <a:rPr lang="en-US"/>
              <a:t>6) Print final total</a:t>
            </a:r>
          </a:p>
        </p:txBody>
      </p:sp>
    </p:spTree>
    <p:extLst>
      <p:ext uri="{BB962C8B-B14F-4D97-AF65-F5344CB8AC3E}">
        <p14:creationId xmlns:p14="http://schemas.microsoft.com/office/powerpoint/2010/main" val="11566753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84393-8074-8BBC-F5AE-882CDFA73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Hands-On â€” Bring It Together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53CDF5-5F3B-A1A6-2F23-A66093FF7E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Work in exercises/04-bring-it-together/exercise.ps1</a:t>
            </a:r>
          </a:p>
          <a:p>
            <a:r>
              <a:rPr lang="en-US"/>
              <a:t>Use quoted column names (example: $row.'Ticket ID')</a:t>
            </a:r>
          </a:p>
          <a:p>
            <a:r>
              <a:rPr lang="en-US"/>
              <a:t>Validate output with solution script</a:t>
            </a:r>
          </a:p>
        </p:txBody>
      </p:sp>
    </p:spTree>
    <p:extLst>
      <p:ext uri="{BB962C8B-B14F-4D97-AF65-F5344CB8AC3E}">
        <p14:creationId xmlns:p14="http://schemas.microsoft.com/office/powerpoint/2010/main" val="31136696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C9445-68FC-A7E6-963D-CE7466A2A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Debugging Basics (Happy Path Session)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B2B64-6C9E-F25D-5FE7-F9D31960D0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Read errors carefully (line + message)</a:t>
            </a:r>
          </a:p>
          <a:p>
            <a:r>
              <a:rPr lang="en-US"/>
              <a:t>Use Write-Host to inspect values</a:t>
            </a:r>
          </a:p>
          <a:p>
            <a:r>
              <a:rPr lang="en-US"/>
              <a:t>Use VS Code breakpoints to pause execution</a:t>
            </a:r>
          </a:p>
          <a:p>
            <a:r>
              <a:rPr lang="en-US"/>
              <a:t>Check property names exactly (spaces matter)</a:t>
            </a:r>
          </a:p>
        </p:txBody>
      </p:sp>
    </p:spTree>
    <p:extLst>
      <p:ext uri="{BB962C8B-B14F-4D97-AF65-F5344CB8AC3E}">
        <p14:creationId xmlns:p14="http://schemas.microsoft.com/office/powerpoint/2010/main" val="16231138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4BC93-9D22-AF52-27CB-8CD5E5EDD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Closing Demo â€” Agent with Script Output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0CE27B-1524-9021-35DD-7D9B1CF9CB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Feed concise script output to the agent</a:t>
            </a:r>
          </a:p>
          <a:p>
            <a:r>
              <a:rPr lang="en-US"/>
              <a:t>Ask for trend summary again</a:t>
            </a:r>
          </a:p>
          <a:p>
            <a:r>
              <a:rPr lang="en-US"/>
              <a:t>Capture new token usage/cost</a:t>
            </a:r>
          </a:p>
        </p:txBody>
      </p:sp>
    </p:spTree>
    <p:extLst>
      <p:ext uri="{BB962C8B-B14F-4D97-AF65-F5344CB8AC3E}">
        <p14:creationId xmlns:p14="http://schemas.microsoft.com/office/powerpoint/2010/main" val="6497268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DD56E-4CC2-4B5E-7986-770F18AE5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Token Comparison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87AF14-8B7D-312A-D603-F824502A0F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Mode | Input Type | Token Usage/Proxy | Cost</a:t>
            </a:r>
          </a:p>
          <a:p>
            <a:r>
              <a:rPr lang="en-US"/>
              <a:t>AI only | Raw full dataset | [fill in] | [fill in]</a:t>
            </a:r>
          </a:p>
          <a:p>
            <a:r>
              <a:rPr lang="en-US"/>
              <a:t>Code + AI | Script summary output | [fill in] | [fill in]</a:t>
            </a:r>
          </a:p>
          <a:p>
            <a:r>
              <a:rPr lang="en-US"/>
              <a:t>Key message:</a:t>
            </a:r>
          </a:p>
          <a:p>
            <a:r>
              <a:rPr lang="en-US"/>
              <a:t>Better input engineering lowers AI cost and keeps quality high.</a:t>
            </a:r>
          </a:p>
        </p:txBody>
      </p:sp>
    </p:spTree>
    <p:extLst>
      <p:ext uri="{BB962C8B-B14F-4D97-AF65-F5344CB8AC3E}">
        <p14:creationId xmlns:p14="http://schemas.microsoft.com/office/powerpoint/2010/main" val="33995740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41BA0-C836-8C06-0BB2-16A42B41B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Wrap-Up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5403ED-9375-825E-71C8-C9BFBB915F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Variables + conditionals + loops are core building blocks</a:t>
            </a:r>
          </a:p>
          <a:p>
            <a:r>
              <a:rPr lang="en-US"/>
              <a:t>PowerShell can quickly transform data for AI consumption</a:t>
            </a:r>
          </a:p>
          <a:p>
            <a:r>
              <a:rPr lang="en-US"/>
              <a:t>Engineering fundamentals amplify AI outcomes</a:t>
            </a:r>
          </a:p>
        </p:txBody>
      </p:sp>
    </p:spTree>
    <p:extLst>
      <p:ext uri="{BB962C8B-B14F-4D97-AF65-F5344CB8AC3E}">
        <p14:creationId xmlns:p14="http://schemas.microsoft.com/office/powerpoint/2010/main" val="2806976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B1275-9B6F-14D1-0238-51B861A88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Q&amp;A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CB7686-2E35-3C47-BF54-75FA47903B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What part felt most useful?</a:t>
            </a:r>
          </a:p>
          <a:p>
            <a:r>
              <a:rPr lang="en-US"/>
              <a:t>What should we automate next?</a:t>
            </a:r>
          </a:p>
        </p:txBody>
      </p:sp>
    </p:spTree>
    <p:extLst>
      <p:ext uri="{BB962C8B-B14F-4D97-AF65-F5344CB8AC3E}">
        <p14:creationId xmlns:p14="http://schemas.microsoft.com/office/powerpoint/2010/main" val="3005203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fae8262-b78e-4366-8929-a5d6aac95320}" enabled="1" method="Standard" siteId="{cf36141c-ddd7-45a7-b073-111f66d0b30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803</Words>
  <Application>Microsoft Office PowerPoint</Application>
  <PresentationFormat>Widescreen</PresentationFormat>
  <Paragraphs>114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Arial</vt:lpstr>
      <vt:lpstr>Office Theme</vt:lpstr>
      <vt:lpstr>Title</vt:lpstr>
      <vt:lpstr>Session Outcomes</vt:lpstr>
      <vt:lpstr>Context â€” Existing AI Agent</vt:lpstr>
      <vt:lpstr>Live Demo Prompt (Agent)</vt:lpstr>
      <vt:lpstr>Opening Token Usage/Cost</vt:lpstr>
      <vt:lpstr>Languages Overview</vt:lpstr>
      <vt:lpstr>Why PowerShell Today</vt:lpstr>
      <vt:lpstr>Topic 1 â€” Variables</vt:lpstr>
      <vt:lpstr>Exercise Breakdown â€” Variables</vt:lpstr>
      <vt:lpstr>Hands-On â€” Variables</vt:lpstr>
      <vt:lpstr>Topic 2 â€” Conditionals</vt:lpstr>
      <vt:lpstr>Exercise Breakdown â€” Conditionals</vt:lpstr>
      <vt:lpstr>Hands-On â€” Conditionals</vt:lpstr>
      <vt:lpstr>Topic 3 â€” Loops</vt:lpstr>
      <vt:lpstr>Exercise Breakdown â€” Loops</vt:lpstr>
      <vt:lpstr>Hands-On â€” Loops</vt:lpstr>
      <vt:lpstr>Topic 4 â€” Bring It Together</vt:lpstr>
      <vt:lpstr>Exercise Breakdown â€” Bring It Together</vt:lpstr>
      <vt:lpstr>Hands-On â€” Bring It Together</vt:lpstr>
      <vt:lpstr>Debugging Basics (Happy Path Session)</vt:lpstr>
      <vt:lpstr>Closing Demo â€” Agent with Script Output</vt:lpstr>
      <vt:lpstr>Token Comparison</vt:lpstr>
      <vt:lpstr>Wrap-Up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Harry Sanderson</dc:creator>
  <cp:lastModifiedBy>Harry Sanderson</cp:lastModifiedBy>
  <cp:revision>1</cp:revision>
  <dcterms:created xsi:type="dcterms:W3CDTF">2026-04-16T09:15:31Z</dcterms:created>
  <dcterms:modified xsi:type="dcterms:W3CDTF">2026-04-16T09:15:31Z</dcterms:modified>
</cp:coreProperties>
</file>