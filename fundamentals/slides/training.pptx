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4"/>
  </p:sldMasterIdLst>
  <p:notesMasterIdLst>
    <p:notesMasterId r:id="rId10"/>
  </p:notesMasterIdLst>
  <p:handoutMasterIdLst>
    <p:handoutMasterId r:id="rId11"/>
  </p:handoutMasterIdLst>
  <p:sldIdLst>
    <p:sldId id="539" r:id="rId5"/>
    <p:sldId id="257" r:id="rId6"/>
    <p:sldId id="256" r:id="rId7"/>
    <p:sldId id="562" r:id="rId8"/>
    <p:sldId id="55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340AC-06E5-4607-B2C0-D0C0CE425CD9}" v="3" dt="2026-04-16T09:34:37.908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760" autoAdjust="0"/>
  </p:normalViewPr>
  <p:slideViewPr>
    <p:cSldViewPr snapToGrid="0">
      <p:cViewPr varScale="1">
        <p:scale>
          <a:sx n="82" d="100"/>
          <a:sy n="82" d="100"/>
        </p:scale>
        <p:origin x="108" y="1860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340-CA88-40FE-8D9F-FB95A67E2AC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C7120-FABF-42CA-85D1-839480B5B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BC4F2-6A87-450D-AD53-D2188421BC53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B2649-7BD8-4005-A99E-30D13769A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401A8-3220-413E-B964-4A8659985FD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8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B2649-7BD8-4005-A99E-30D13769A8B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95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AF812-9F51-0D2C-2EA5-A8D6DA66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4570807"/>
            <a:ext cx="4123899" cy="1524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3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1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pPr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17">
            <a:extLst>
              <a:ext uri="{FF2B5EF4-FFF2-40B4-BE49-F238E27FC236}">
                <a16:creationId xmlns:a16="http://schemas.microsoft.com/office/drawing/2014/main" id="{81E38157-454C-44D5-8D2B-A220A53D7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l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C795068-4EB8-AD75-B4FA-E0676D823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0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E0814-6B26-FB38-93C1-BA5A000B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1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/>
              <a:t>3/1/20XX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054356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6" r:id="rId2"/>
    <p:sldLayoutId id="2147483694" r:id="rId3"/>
    <p:sldLayoutId id="2147483697" r:id="rId4"/>
    <p:sldLayoutId id="2147483695" r:id="rId5"/>
    <p:sldLayoutId id="2147483688" r:id="rId6"/>
    <p:sldLayoutId id="2147483698" r:id="rId7"/>
    <p:sldLayoutId id="2147483673" r:id="rId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60B4E40-ED59-4DFA-97D2-04570E28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anchor="ctr">
            <a:normAutofit/>
          </a:bodyPr>
          <a:lstStyle/>
          <a:p>
            <a:r>
              <a:rPr lang="en-US" dirty="0"/>
              <a:t>Software engineering fundamentals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35E6FB68-BA70-4F6F-9874-1F349422D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0807"/>
            <a:ext cx="4123899" cy="1524000"/>
          </a:xfrm>
        </p:spPr>
        <p:txBody>
          <a:bodyPr>
            <a:normAutofit/>
          </a:bodyPr>
          <a:lstStyle/>
          <a:p>
            <a:r>
              <a:rPr lang="en-US" dirty="0"/>
              <a:t>Harry Sanderson</a:t>
            </a:r>
          </a:p>
        </p:txBody>
      </p:sp>
      <p:pic>
        <p:nvPicPr>
          <p:cNvPr id="10" name="Picture Placeholder 9" descr="Image of a yellow smoothie with some fruit in the background.&#10;">
            <a:extLst>
              <a:ext uri="{FF2B5EF4-FFF2-40B4-BE49-F238E27FC236}">
                <a16:creationId xmlns:a16="http://schemas.microsoft.com/office/drawing/2014/main" id="{EAC24423-E635-494B-9CD9-DF28FD91BE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" r="41"/>
          <a:stretch/>
        </p:blipFill>
        <p:spPr>
          <a:xfrm>
            <a:off x="5330952" y="754711"/>
            <a:ext cx="6099048" cy="5340096"/>
          </a:xfrm>
        </p:spPr>
      </p:pic>
      <p:pic>
        <p:nvPicPr>
          <p:cNvPr id="1026" name="Picture 2" descr="Software development concepts and programming for various devices ...">
            <a:extLst>
              <a:ext uri="{FF2B5EF4-FFF2-40B4-BE49-F238E27FC236}">
                <a16:creationId xmlns:a16="http://schemas.microsoft.com/office/drawing/2014/main" id="{6E5F7F3D-8A8E-5154-C086-28F6B90505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8"/>
          <a:stretch>
            <a:fillRect/>
          </a:stretch>
        </p:blipFill>
        <p:spPr bwMode="auto">
          <a:xfrm>
            <a:off x="5330952" y="763194"/>
            <a:ext cx="6099048" cy="534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40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F172-3947-42CE-B33F-43FB799F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/>
          <a:lstStyle/>
          <a:p>
            <a:r>
              <a:rPr lang="en-US" dirty="0"/>
              <a:t>Session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4772-A1EE-4EA8-8C5D-46383706A5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By the end of this session, you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variables, conditionals, and loops in PowerShell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Load and parse CSV ticket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 simple analysis 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how script pre-processing can reduce AI token usage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50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764D8E-8D44-4B0E-A17E-DF05833AC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anchor="b" anchorCtr="0">
            <a:noAutofit/>
          </a:bodyPr>
          <a:lstStyle/>
          <a:p>
            <a:r>
              <a:rPr lang="en-US" dirty="0"/>
              <a:t>Service desk AI agent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E30C49B-3963-5357-7913-37FEE1C74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>
            <a:normAutofit/>
          </a:bodyPr>
          <a:lstStyle/>
          <a:p>
            <a:r>
              <a:rPr lang="en-US" dirty="0"/>
              <a:t>Thanks Dean!</a:t>
            </a:r>
          </a:p>
        </p:txBody>
      </p:sp>
      <p:pic>
        <p:nvPicPr>
          <p:cNvPr id="8" name="Picture Placeholder 7" descr="Close up of lemon slice">
            <a:extLst>
              <a:ext uri="{FF2B5EF4-FFF2-40B4-BE49-F238E27FC236}">
                <a16:creationId xmlns:a16="http://schemas.microsoft.com/office/drawing/2014/main" id="{794FCA34-8775-307F-A2B4-9661CAE587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7" b="7"/>
          <a:stretch/>
        </p:blipFill>
        <p:spPr>
          <a:xfrm>
            <a:off x="7013448" y="756284"/>
            <a:ext cx="4434840" cy="5349240"/>
          </a:xfrm>
        </p:spPr>
      </p:pic>
    </p:spTree>
    <p:extLst>
      <p:ext uri="{BB962C8B-B14F-4D97-AF65-F5344CB8AC3E}">
        <p14:creationId xmlns:p14="http://schemas.microsoft.com/office/powerpoint/2010/main" val="71428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734F416-9FCC-51D8-C785-C190FC9D9D6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Language | Common Use | Pros | Cons</a:t>
            </a:r>
          </a:p>
          <a:p>
            <a:r>
              <a:rPr lang="en-US"/>
              <a:t>PowerShell | Automation, admin, Windows scripting | Great for ops/data tasks, object pipeline | Less common in web apps</a:t>
            </a:r>
          </a:p>
          <a:p>
            <a:r>
              <a:rPr lang="en-US"/>
              <a:t>Python | Data, scripting, automation | Simple syntax, huge ecosystem | Packaging/env setup can confuse beginners</a:t>
            </a:r>
          </a:p>
          <a:p>
            <a:r>
              <a:rPr lang="en-US"/>
              <a:t>JavaScript | Web front/back end | Ubiquitous, flexible | Async complexity, tooling overhead</a:t>
            </a:r>
          </a:p>
          <a:p>
            <a:r>
              <a:rPr lang="en-US"/>
              <a:t>C# | Enterprise apps, APIs | Strong tooling, structure, performance | More ceremony for small scripts</a:t>
            </a:r>
          </a:p>
          <a:p>
            <a:r>
              <a:rPr lang="en-US"/>
              <a:t>Bash | Linux/macOS shell automation | Lightweight, fast for shell tasks | Less friendly on Windows, text-only pipelines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9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A7EF77-B3A6-4EC7-9C15-89EEB984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>
            <a:noAutofit/>
          </a:bodyPr>
          <a:lstStyle/>
          <a:p>
            <a:r>
              <a:rPr lang="en-US" dirty="0"/>
              <a:t>Why PowerShell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74AE-546C-4A26-BDD5-2BD124FD2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650" y="3108325"/>
            <a:ext cx="8118719" cy="30178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well in this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 for CSV and operational data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beginner path for scripting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Directly useful for service desk workflows</a:t>
            </a:r>
          </a:p>
        </p:txBody>
      </p:sp>
    </p:spTree>
    <p:extLst>
      <p:ext uri="{BB962C8B-B14F-4D97-AF65-F5344CB8AC3E}">
        <p14:creationId xmlns:p14="http://schemas.microsoft.com/office/powerpoint/2010/main" val="3060177673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4">
      <a:majorFont>
        <a:latin typeface="Aharon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design_win32_EF_v4.potx" id="{2F35A8D2-2794-49E9-8A0C-100147B6AC9C}" vid="{55693A51-CC17-4AC7-B6BD-D840FAE379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Props1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{5DCAFAFA-295E-449D-A481-3E534BF32C85}TFfb841b95-6888-4989-aa81-d6d215e93b34ab395874_win32-a3299d0568ec</Template>
  <TotalTime>11</TotalTime>
  <Words>194</Words>
  <Application>Microsoft Office PowerPoint</Application>
  <PresentationFormat>Widescreen</PresentationFormat>
  <Paragraphs>23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Aharoni</vt:lpstr>
      <vt:lpstr>Aptos</vt:lpstr>
      <vt:lpstr>Arial</vt:lpstr>
      <vt:lpstr>Avenir Next LT Pro</vt:lpstr>
      <vt:lpstr>Avenir Next LT Pro Light</vt:lpstr>
      <vt:lpstr>Calibri</vt:lpstr>
      <vt:lpstr>PrismaticVTI</vt:lpstr>
      <vt:lpstr>Software engineering fundamentals</vt:lpstr>
      <vt:lpstr>Session outcomes</vt:lpstr>
      <vt:lpstr>Service desk AI agent</vt:lpstr>
      <vt:lpstr>PowerPoint Presentation</vt:lpstr>
      <vt:lpstr>Why PowerShell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Sanderson</dc:creator>
  <cp:lastModifiedBy>Harry Sanderson</cp:lastModifiedBy>
  <cp:revision>2</cp:revision>
  <dcterms:created xsi:type="dcterms:W3CDTF">2026-04-16T09:24:17Z</dcterms:created>
  <dcterms:modified xsi:type="dcterms:W3CDTF">2026-04-16T09:43:53Z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91acd197-20b5-43df-a901-28d53622fc7e_Enabled">
    <vt:lpwstr>true</vt:lpwstr>
  </property>
  <property fmtid="{D5CDD505-2E9C-101B-9397-08002B2CF9AE}" pid="5" name="MSIP_Label_91acd197-20b5-43df-a901-28d53622fc7e_SetDate">
    <vt:lpwstr>2026-04-16T09:32:48Z</vt:lpwstr>
  </property>
  <property fmtid="{D5CDD505-2E9C-101B-9397-08002B2CF9AE}" pid="6" name="MSIP_Label_91acd197-20b5-43df-a901-28d53622fc7e_Method">
    <vt:lpwstr>Standard</vt:lpwstr>
  </property>
  <property fmtid="{D5CDD505-2E9C-101B-9397-08002B2CF9AE}" pid="7" name="MSIP_Label_91acd197-20b5-43df-a901-28d53622fc7e_Name">
    <vt:lpwstr>Internal Confidential</vt:lpwstr>
  </property>
  <property fmtid="{D5CDD505-2E9C-101B-9397-08002B2CF9AE}" pid="8" name="MSIP_Label_91acd197-20b5-43df-a901-28d53622fc7e_SiteId">
    <vt:lpwstr>276d0956-0f29-4e02-83bb-f16796b3bf6a</vt:lpwstr>
  </property>
  <property fmtid="{D5CDD505-2E9C-101B-9397-08002B2CF9AE}" pid="9" name="MSIP_Label_91acd197-20b5-43df-a901-28d53622fc7e_ActionId">
    <vt:lpwstr>2b7e2262-7327-45ee-a3b4-0f01822f44ae</vt:lpwstr>
  </property>
  <property fmtid="{D5CDD505-2E9C-101B-9397-08002B2CF9AE}" pid="10" name="MSIP_Label_91acd197-20b5-43df-a901-28d53622fc7e_ContentBits">
    <vt:lpwstr>0</vt:lpwstr>
  </property>
  <property fmtid="{D5CDD505-2E9C-101B-9397-08002B2CF9AE}" pid="11" name="MSIP_Label_91acd197-20b5-43df-a901-28d53622fc7e_Tag">
    <vt:lpwstr>10, 3, 0, 1</vt:lpwstr>
  </property>
</Properties>
</file>